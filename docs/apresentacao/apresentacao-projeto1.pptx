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124741</c:v>
                </c:pt>
                <c:pt idx="1">
                  <c:v>104268</c:v>
                </c:pt>
                <c:pt idx="2">
                  <c:v>48910</c:v>
                </c:pt>
                <c:pt idx="3">
                  <c:v>22732</c:v>
                </c:pt>
                <c:pt idx="4">
                  <c:v>8767</c:v>
                </c:pt>
                <c:pt idx="5">
                  <c:v>4761</c:v>
                </c:pt>
                <c:pt idx="6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D98E04"/>
            </a:solidFill>
            <a:ln w="3810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34.1</c:v>
                </c:pt>
                <c:pt idx="1">
                  <c:v>26.6</c:v>
                </c:pt>
                <c:pt idx="2">
                  <c:v>12.8</c:v>
                </c:pt>
                <c:pt idx="3">
                  <c:v>6.2</c:v>
                </c:pt>
                <c:pt idx="4">
                  <c:v>2.4</c:v>
                </c:pt>
                <c:pt idx="5">
                  <c:v>1.3</c:v>
                </c:pt>
                <c:pt idx="6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Os cinco assuntos são os registrados na planilha do grupo. Cada um vira um processo com tabela de fatos, ou atributos. Oferta por setor é respondida pela rede (direta ou conveniada) e pelo território. O desfecho da matrícula é o quinto processo, que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A população foi implementada e testada, e os números reais dela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Fila: medidas nulas onde a prefeitura não publicou a quebra; formato da planilha como dimensão degenerada. Tempo tem duas hierarquias porque a fila foi trimestral até 2022 e bimestral depois. Desfecho: fato agregado; as taxas são recalculadas pelas contagens em qualquer nível, nunca como média de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Os dois assuntos que completam a planilha do grupo. Ocupação de turma: agregado do fato de matrícula pelo id da turma; a capacidade não é publicada, então medimos alunos ativos em 30 de junho. População: Censo 2022 no grão de setor censitário, com setor ≤ distrito ≤ DRE ≤ município ≤ UF. As duas estrelas estão implementadas e testadas; os números reais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Cinco fatos, catorze dimensões. Território é compartilhado pelos cinco. Onde os grãos diferem, cada fato manteve o seu e as dimensões de grão mais alto são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Resultados da consulta 5 na carga com os dados reais de 2015 a 2024. A fila de creche em junho caiu 97% em dez anos e a fração da demanda fora da rede passou de 34% para 1%. Os anos 2016, 2018 e 2023 não aparecem no gráfico porque não estão na tabela de resultados documentada. Consulta 3: 85% das matrículas de creche estão na rede conveniada, quase todas em jornada integral. C7 e C8 ainda não foram rodadas com os dados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Processamento Analítico de Dados · Primeiro Trabalho Prático · Grupo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325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 18046529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   18066911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   12608581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   12559486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ICMC-USP, São Carlos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falta de vaga na educação infantil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0" y="137160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2015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9339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0116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124.741 crianças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da demanda de creche fora da rede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703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8679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2024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32511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343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3.633 crianças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5212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da demanda de creche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que o data warehouse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C5 · C7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C4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São Paulo, e não São Carlos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proposta: São Carlos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aberto de vaga nem de fila, a demanda não atendida teria de ser estimada.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Escolha: São Paulo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2015 a 2024.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6634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assuntos de interesse, cinco processos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56616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(tabela de fatos)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(demanda registrada)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por vaga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 ocupação das turmas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em idade escolar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residente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etária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escolar por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da escola e território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 Escola, Território,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(acompanhamento do acesso)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 da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fontes de dados reais e oficiais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escolarização (2015-2024).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trimestral, bimestral desde 2023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planilhas × 96 distritos no recorte; sete formatos diferentes.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referência: noite de 31/07 para 01/08/2022.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Integração: mesmo dado, representações diferentes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reais nos dados e como foram tratados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fila publicada só a partir de 2020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onde não foi publicada, nunca zero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Grão e aditividade dos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Matrícula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home/user/OLAP2026/docs/modelagem/estrela-matric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979606" cy="5120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280160"/>
            <a:ext cx="35204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Fila e Desfecho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home/user/OLAP2026/docs/modelagem/estrela-fi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315200" cy="2442352"/>
          </a:xfrm>
          <a:prstGeom prst="rect">
            <a:avLst/>
          </a:prstGeom>
        </p:spPr>
      </p:pic>
      <p:pic>
        <p:nvPicPr>
          <p:cNvPr id="6" name="Image 1" descr="/home/user/OLAP2026/docs/modelagem/estrela-desfech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7315200" cy="235145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092440" y="1280160"/>
            <a:ext cx="36118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Fila: estoque; SOMA no território e na etapa, um único mês no tempo.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Desfecho: contagens aditivas; taxas derivadas, recalculadas.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Ocupação de Turma e População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home/user/OLAP2026/docs/modelagem/estrela-tu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400800" cy="2749128"/>
          </a:xfrm>
          <a:prstGeom prst="rect">
            <a:avLst/>
          </a:prstGeom>
        </p:spPr>
      </p:pic>
      <p:pic>
        <p:nvPicPr>
          <p:cNvPr id="6" name="Image 1" descr="/home/user/OLAP2026/docs/modelagem/estrela-popul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6400800" cy="228229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78040" y="1280160"/>
            <a:ext cx="45262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Ocupação: alunos ativos em 30/06 por turma ativa; média recalculada pelas somas.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População: estoque na data do Censo; valor não publicado fica nulo.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 é rollup encolhido de Idade.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Constelação de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home/user/OLAP2026/docs/modelagem/const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464445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Tracejado: rollup encolhido conformado. Território é compartilhado pelos cinco fatos.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consultas OLAP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 os dados reais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309360" y="12344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6309360" y="44348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37960" y="45994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da creche é conveniada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653796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e 2024, quase toda em jornada integral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 C7 e C8 serão medidas na próxima carga.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em destaque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rodar a carga com o Censo 2022 e medir as consultas 7 e 8 com os dados reais.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2026-10-08T20:27:08Z</dcterms:created>
  <dcterms:modified xsi:type="dcterms:W3CDTF">2026-10-08T20:27:08Z</dcterms:modified>
</cp:coreProperties>
</file>